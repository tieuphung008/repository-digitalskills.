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4" d="100"/>
          <a:sy n="74" d="100"/>
        </p:scale>
        <p:origin x="84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F9B643-0BC4-4FD8-9749-2D5A1E8D8996}" type="datetimeFigureOut">
              <a:rPr lang="en-US" smtClean="0"/>
              <a:t>09/27/2026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ADF1B7-887F-42CA-A354-D30EE1456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953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7514-FB3C-40C5-97BF-BC56309A1A55}" type="datetime1">
              <a:rPr lang="en-US" smtClean="0"/>
              <a:t>09/27/2026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59F16-065C-43AF-B52B-1322844E382F}" type="datetime1">
              <a:rPr lang="en-US" smtClean="0"/>
              <a:t>09/27/2026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6E2EA-963D-48E4-86CB-A0FE40157F13}" type="datetime1">
              <a:rPr lang="en-US" smtClean="0"/>
              <a:t>09/27/2026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382DE-1DB2-4E66-9FDC-88507C2E196C}" type="datetime1">
              <a:rPr lang="en-US" smtClean="0"/>
              <a:t>09/27/2026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FF6EF-5627-4286-89B6-84A86DBE1851}" type="datetime1">
              <a:rPr lang="en-US" smtClean="0"/>
              <a:t>09/27/2026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42C2F-7B44-4CAD-A61E-F27E088C939B}" type="datetime1">
              <a:rPr lang="en-US" smtClean="0"/>
              <a:t>09/27/2026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685F0-14D8-483D-A006-BE14C5697E92}" type="datetime1">
              <a:rPr lang="en-US" smtClean="0"/>
              <a:t>09/27/2026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F5DCC-7498-4345-B746-D7CF98652025}" type="datetime1">
              <a:rPr lang="en-US" smtClean="0"/>
              <a:t>09/27/2026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F91B7-1DA4-44B5-BE44-B102B0E2B3CC}" type="datetime1">
              <a:rPr lang="en-US" smtClean="0"/>
              <a:t>09/27/2026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A16FB-315E-4C6F-875B-F9E6C18F4DE9}" type="datetime1">
              <a:rPr lang="en-US" smtClean="0"/>
              <a:t>09/27/2026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FAE39-2081-4CDF-BB1F-D772848BE4AC}" type="datetime1">
              <a:rPr lang="en-US" smtClean="0"/>
              <a:t>09/27/2026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D2729-E3F1-4F2F-978A-D6156B5BE73C}" type="datetime1">
              <a:rPr lang="en-US" smtClean="0"/>
              <a:t>09/27/2026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047-0A31-4A5A-98E9-4A6640BBB232}" type="datetime1">
              <a:rPr lang="en-US" smtClean="0"/>
              <a:t>09/27/2026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BF5D3-01D6-4952-8D6A-7E65837E8CD7}" type="datetime1">
              <a:rPr lang="en-US" smtClean="0"/>
              <a:t>09/27/2026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5EC7-F728-4DCE-B210-FE51065C09DD}" type="datetime1">
              <a:rPr lang="en-US" smtClean="0"/>
              <a:t>09/27/2026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C802C-3607-41F8-AD20-F403906EA856}" type="datetime1">
              <a:rPr lang="en-US" smtClean="0"/>
              <a:t>09/27/2026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E411D4-67B0-4CA4-A06E-810F06D53CFC}" type="datetime1">
              <a:rPr lang="en-US" smtClean="0"/>
              <a:t>09/27/2026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1931832"/>
            <a:ext cx="8915399" cy="2562895"/>
          </a:xfrm>
        </p:spPr>
        <p:txBody>
          <a:bodyPr>
            <a:normAutofit/>
          </a:bodyPr>
          <a:lstStyle/>
          <a:p>
            <a:pPr algn="ctr"/>
            <a:r>
              <a:rPr lang="vi-VN" sz="4800" b="1" smtClean="0"/>
              <a:t>AN TOÀN THÔNG TIN SỐ VÀ ĐẠO ĐỨC SỐ</a:t>
            </a:r>
            <a:endParaRPr lang="en-US" sz="4800"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vi-VN" smtClean="0"/>
              <a:t>Trung tâm Tin học – Trường Đại học Quy Nhơn </a:t>
            </a:r>
          </a:p>
          <a:p>
            <a:pPr algn="ctr"/>
            <a:r>
              <a:rPr lang="vi-VN" smtClean="0"/>
              <a:t>Tháng 9/2026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AE919-11E5-487C-855D-920F3523E8E1}" type="datetime1">
              <a:rPr lang="en-US" smtClean="0"/>
              <a:t>09/27/2026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8637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3200" b="1" smtClean="0"/>
              <a:t>Những thông tin cá nhân cần được bảo vệ </a:t>
            </a:r>
            <a:endParaRPr lang="en-US" sz="32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vi-VN" smtClean="0"/>
              <a:t>Tài khoản email: Liên kết với nhiều dịch vụ khác.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vi-VN" smtClean="0"/>
              <a:t>Tài khoản học tập: Chứa bài tập kết quả và trao đổi.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vi-VN" smtClean="0"/>
              <a:t>Tài khoản mạng xã hội: Chứa hồ sơ, hình ảnh và mối quan hệ.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vi-VN" smtClean="0"/>
              <a:t>Dữ liệu cá nhân: tài liệu, danh bạ, lịch sử trao đổi.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vi-VN" smtClean="0"/>
              <a:t>Dữ liệu nhạy cảm: cần được bảo vệ ở mức cao.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897C9-B0B1-4554-A7EF-976998F37888}" type="datetime1">
              <a:rPr lang="en-US" smtClean="0"/>
              <a:t>09/27/2026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6311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67</TotalTime>
  <Words>106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Century Gothic</vt:lpstr>
      <vt:lpstr>Tahoma</vt:lpstr>
      <vt:lpstr>Wingdings</vt:lpstr>
      <vt:lpstr>Wingdings 3</vt:lpstr>
      <vt:lpstr>Wisp</vt:lpstr>
      <vt:lpstr>AN TOÀN THÔNG TIN SỐ VÀ ĐẠO ĐỨC SỐ</vt:lpstr>
      <vt:lpstr>Những thông tin cá nhân cần được bảo vệ 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TOÀN THÔNG TIN SỐ VÀ ĐẠO ĐỨC SỐ</dc:title>
  <dc:creator>Admin</dc:creator>
  <cp:lastModifiedBy>Admin</cp:lastModifiedBy>
  <cp:revision>2</cp:revision>
  <dcterms:created xsi:type="dcterms:W3CDTF">2026-09-27T02:00:08Z</dcterms:created>
  <dcterms:modified xsi:type="dcterms:W3CDTF">2026-09-27T03:07:59Z</dcterms:modified>
</cp:coreProperties>
</file>